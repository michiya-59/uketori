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563EB"/>
                </a:solidFill>
              </a:defRPr>
            </a:pPr>
            <a:r>
              <a:t>ウケトリ（UKETORI）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F2937"/>
                </a:solidFill>
              </a:defRPr>
            </a:pPr>
            <a:r>
              <a:t>見積から入金まで、ぜんぶウケトリ。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7"/>
                </a:solidFill>
              </a:defRPr>
            </a:pPr>
            <a:r>
              <a:t>AI搭載 受発注・請求・入金回収管理SaaS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AF"/>
                </a:solidFill>
              </a:defRPr>
            </a:pPr>
            <a:r>
              <a:t>中小企業・フリーランス向け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中小企業の請求管理には「回収」の壁がある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0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71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</a:defRPr>
            </a:pPr>
            <a:r>
              <a:t>請求書を送っても入金確認が手作業で漏れが発生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2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7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</a:defRPr>
            </a:pPr>
            <a:r>
              <a:t>督促タイミングを逃し、回収遅延が常態化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576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2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83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</a:defRPr>
            </a:pPr>
            <a:r>
              <a:t>他ツールからの移行が面倒で乗り換えに踏み切れない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66344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38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8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937"/>
                </a:solidFill>
              </a:defRPr>
            </a:pPr>
            <a:r>
              <a:t>Excelや紙管理ではリアルタイムな経営判断ができない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23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日本の中小企業の約60%が売掛金回収に課題を抱えている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ウケトリは「確実に回収する」ことにフォーカスしたSaaS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937"/>
                </a:solidFill>
              </a:defRPr>
            </a:pPr>
            <a:r>
              <a:t>見積 → 受発注 → 納品 → 請求 → 入金回収 を一気通貫で管理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</a:defRPr>
            </a:pPr>
            <a:r>
              <a:t>2つの差別化軸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5029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① 入金回収特化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AI入金消込（5段階マッチング）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自動督促メール送信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回収率ダッシュボード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与信スコアリング（0-100）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926080"/>
            <a:ext cx="5029200" cy="3200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② 移行爆速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84048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AI自動カラムマッピング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5ステップ簡単ウィザード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最短5分で移行完了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freee, Misoca, Excel等対応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ターゲットユーザー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3716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</a:defRPr>
            </a:pPr>
            <a:r>
              <a:t>従業員 1〜50名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中小企業・個人事業主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13716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</a:defRPr>
            </a:pPr>
            <a:r>
              <a:t>業種不問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全業種対応・業種別テンプレート搭載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13716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2937"/>
                </a:solidFill>
              </a:defRPr>
            </a:pPr>
            <a:r>
              <a:t>現在の管理方法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Excel・紙・スプレッドシート・他SaaSで管理中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11887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</a:defRPr>
            </a:pPr>
            <a:r>
              <a:t>最重要ターゲット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t>「入金回収に課題がある」事業者 — 請求書を送って終わり、入金確認は月末に手作業、督促は気まずくて後回し…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主要機能一覧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58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機能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帳票管理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見積書・発注書・注文請書・納品書・請求書・領収書の作成〜PDF生成・メール送信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案件管理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商談〜入金完了までのパイプライン管理、ステータス自動遷移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顧客マスタ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顧客・取引先情報、担当者管理、タグ分類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 AI入金消込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銀行CSV取込 → 5段階AIマッチングで自動消込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 自動督促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ルールベースの段階的督促メール自動送信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 与信スコア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支払い実績から取引先を0-100でスコアリング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 回収ダッシュボード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KPI・売掛金年齢表・入金予測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 データ移行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AIカラムマッピングで他ツールから爆速移行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★ 差別化機能①：AI入金消込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5段階のインテリジェントマッチング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28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28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ルールベースマッチ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28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金額・日付の完全一致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51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51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名前正規化マッチ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51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会社名の表記揺れを吸収（カ）→ 株式会社 等）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490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7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Claude AIマッチ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7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AIが文脈から振込名義と請求書を推定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9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分類マッチ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97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過去の消込パターンから学習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2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2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</a:defRPr>
            </a:pPr>
            <a:r>
              <a:t>自動消込実行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20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</a:defRPr>
            </a:pPr>
            <a:r>
              <a:t>高確信度の結果を自動で消込処理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852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銀行CSVをアップロードするだけで、手作業ゼロの入金消込を実現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★ 差別化機能②：自動督促システム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段階的な督促ルール設定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029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53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第1段階（+3日）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5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やんわりリマインドメール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5029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68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第2段階（+7日）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7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正式な督促メール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029200" cy="731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82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第3段階（+14日）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8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強めの督促 + 上長CC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与信スコアリング（0-100点）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21031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スコア帯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評価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対応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80-100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優良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通常取引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50-79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注意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取引条件見直し検討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0-49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警戒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前払い要請・取引制限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★ 差別化機能③：データ移行ウィザード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AI自動カラムマッピングで最短5分移行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01168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468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ソース選択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移行元ツールを選択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286000"/>
            <a:ext cx="201168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49040" y="2468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ファイルアップロード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CSV/ExcelをD&amp;D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2286000"/>
            <a:ext cx="201168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2468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AIマッピング確認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3段階AI自動対応付け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286000"/>
            <a:ext cx="201168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2468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プレビュー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変換後データ確認・修正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2286000"/>
            <a:ext cx="201168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07040" y="24688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実行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一括インポート+重複検出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他ツールからの乗り換え障壁をゼロにする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帳票フロー全体像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見積書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estimate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18288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発注書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18288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納品書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828800"/>
            <a:ext cx="18288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請求書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invoice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828800"/>
            <a:ext cx="18288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領収書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FDBFE"/>
                </a:solidFill>
              </a:defRPr>
            </a:pPr>
            <a:r>
              <a:t>receipt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657600"/>
            <a:ext cx="2743200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AI入金消込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自動マッチング / 手動消込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657600"/>
            <a:ext cx="274320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自動督促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段階的メール送信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↓ 請求後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F2937"/>
                </a:solidFill>
              </a:defRPr>
            </a:pPr>
            <a:r>
              <a:t>→ 未回収時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760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937"/>
                </a:solidFill>
              </a:defRPr>
            </a:pPr>
            <a:r>
              <a:t>帳票間はワンクリックで変換可能（見積→請求、発注→納品 等）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システムアーキテクチャ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58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技術選定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選定理由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フロントエンド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Next.js 16 + TypeScript + Tailwind + 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App Router SSR/SSG、型安全、高品質UI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バックエンドAPI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Ruby on Rails 8.0 API mode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高速開発、豊富なエコシステム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データベース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PostgreSQL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JSONB、全文検索、堅牢性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ジョブキュー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SolidQueue（PostgreSQL内蔵）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Redis不要でコスト削減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キャッシュ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SolidCache（PostgreSQL内蔵）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Redis不要でコスト削減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ファイル保存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Cloudflare R2 / MinIO（S3互換）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エグレス無料、低コスト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認証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JWT（自前実装）+ Pundit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シンプル・軽量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Claude API（Anthropic）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消込・マッピング・帳票提案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インフラ構成 — 極限コスト運用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サービス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月額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Vercel (Hobby→Pro)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Next.js ホスティング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¥0〜$20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Fly.io (shared-cpu)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Rails API + SolidQueue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$3〜5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Neon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データベース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Cloudflare R2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PDF・画像保存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Cloudflare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DNS + CDN + 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SendGrid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メール送信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686800" y="2286000"/>
            <a:ext cx="3017520" cy="2286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月額合計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30175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</a:defRPr>
            </a:pPr>
            <a:r>
              <a:t>¥500〜3,000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840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Phase 1: 0〜100ユーザー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スケールアップ戦略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ユーザー数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構成変更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月額目安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0〜50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極限構成（現状）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¥500〜3,000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50〜200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Neon Pro + Vercel Pro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¥6,000〜10,000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200〜500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Fly.io 1GB RAM + Fly.io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¥10,000〜15,000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500〜1,000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Fly.io 2台構成 + SolidQueue分離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¥15,000〜25,000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1,000+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AWS移行（ECS + RDS）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¥30,000〜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029200"/>
            <a:ext cx="10515600" cy="6400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PostgreSQL + S3互換APIでポータビリティを確保し、段階的にスケールアップ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料金プラン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ユーザー数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3名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10名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無制限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AI消込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自動督促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データ移行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与信スコア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API連携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852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Freeプランでも基本的な帳票管理は全機能利用可能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開発実績 — MVP 12週間で100%完了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実装内容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テスト数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環境構築・DB設計・認証・テナント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319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自社情報設定・業種テンプレート・顧客マスタ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489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品目・見積書・PDF生成・メール送信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547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7-8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請求書・帳票変換・入金管理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564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★AI消込・★督促・回収ダッシュボード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619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11-12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★データ移行・ダッシュボード・テスト・バグ修正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693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686800" y="1645920"/>
            <a:ext cx="301752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671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693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RSpecテスト全パス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743200"/>
            <a:ext cx="301752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768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246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データベーステーブル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3840480"/>
            <a:ext cx="301752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86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サービスクラス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937759"/>
            <a:ext cx="301752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9631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4406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バックグラウンドジョブ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ウケトリは「請求して終わり」を「確実に回収」に変える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7432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✓  AI入金消込 で手作業ゼロの入金確認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✓  自動督促 で回収漏れを防止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✓  与信スコア で取引リスクを可視化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✓  爆速データ移行 で乗り換え障壁ゼロ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✓  月額¥500〜 の極限コスト運用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5486400"/>
            <a:ext cx="822960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見積から入金まで、ぜんぶウケトリ。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